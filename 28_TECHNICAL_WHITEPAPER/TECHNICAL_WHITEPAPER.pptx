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Technical Whitepaper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Project: ai-oss-gateway</a:t>
            </a:r>
          </a:p>
          <a:p>
            <a:r>
              <a:rPr sz="1000">
                <a:solidFill>
                  <a:srgbClr val="222222"/>
                </a:solidFill>
              </a:rPr>
              <a:t>Tier: TIER_3_ANTICLOUD_APIOSS</a:t>
            </a:r>
          </a:p>
          <a:p>
            <a:r>
              <a:rPr sz="1000">
                <a:solidFill>
                  <a:srgbClr val="222222"/>
                </a:solidFill>
              </a:rPr>
              <a:t>Domain: API gateway, compliance engine, open-source tooling, certification</a:t>
            </a:r>
          </a:p>
          <a:p>
            <a:r>
              <a:rPr sz="1000">
                <a:solidFill>
                  <a:srgbClr val="222222"/>
                </a:solidFill>
              </a:rPr>
              <a:t>Maintainer: Anticloud FZ LLE · 0-1.gg · lois@0-1.gg · Dubai, UAE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AIOSS Chain: 8b4a8a4f6312dfbe885de8280716985637c163fd2a4b5590341d56db1cc4e560</a:t>
            </a:r>
          </a:p>
          <a:p>
            <a:r>
              <a:rPr sz="1000">
                <a:solidFill>
                  <a:srgbClr val="222222"/>
                </a:solidFill>
              </a:rPr>
              <a:t>Date: October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Abstract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ai-oss-gateway is a sovereign AI infrastructure component operating in the API gateway, compliance engine, open-source tooling, certification domain, part of 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enterprise AI market faces a structural contradiction: the highest-value AI use cases — regulated healthcare, government, financial services, defense — are </a:t>
            </a:r>
          </a:p>
          <a:p>
            <a:r>
              <a:rPr sz="1000">
                <a:solidFill>
                  <a:srgbClr val="222222"/>
                </a:solidFill>
              </a:rPr>
              <a:t>ai-oss-gateway addresses this contradiction as a component of the Anticloud sovereign AI stack.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2.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ai-oss-gateway is built on four architectural pillars:</a:t>
            </a:r>
          </a:p>
          <a:p>
            <a:r>
              <a:rPr sz="1000">
                <a:solidFill>
                  <a:srgbClr val="222222"/>
                </a:solidFill>
              </a:rPr>
              <a:t>  2.1 AIOSS Audit Chain (SHA3-256)</a:t>
            </a:r>
          </a:p>
          <a:p>
            <a:r>
              <a:rPr sz="1000">
                <a:solidFill>
                  <a:srgbClr val="222222"/>
                </a:solidFill>
              </a:rPr>
              <a:t>Every inference and deployment event generates an append-only chain entry:</a:t>
            </a:r>
          </a:p>
          <a:p>
            <a:r>
              <a:rPr sz="1000">
                <a:solidFill>
                  <a:srgbClr val="222222"/>
                </a:solidFill>
              </a:rPr>
              <a:t>  H_n = SHA3-256(H_{n-1} ‖ entry_hash_n ‖ timestamp_n)</a:t>
            </a:r>
          </a:p>
          <a:p>
            <a:r>
              <a:rPr sz="1000">
                <a:solidFill>
                  <a:srgbClr val="222222"/>
                </a:solidFill>
              </a:rPr>
              <a:t>Genesis hash: 8b4a8a4f6312dfbe885de8280716985637c163fd2a4b5590341d56db1cc4e560</a:t>
            </a:r>
          </a:p>
          <a:p>
            <a:r>
              <a:rPr sz="1000">
                <a:solidFill>
                  <a:srgbClr val="222222"/>
                </a:solidFill>
              </a:rPr>
              <a:t>  2.2 KANTOR K5 Post-Quantum Archive Integrity</a:t>
            </a:r>
          </a:p>
          <a:p>
            <a:r>
              <a:rPr sz="1000">
                <a:solidFill>
                  <a:srgbClr val="222222"/>
                </a:solidFill>
              </a:rPr>
              <a:t>  K5 = SHA3-256(archive_sha3 ‖ file_size_le64 ‖ project_name_utf8 ‖ NULL ‖ timestamp_iso)</a:t>
            </a:r>
          </a:p>
          <a:p>
            <a:r>
              <a:rPr sz="1000">
                <a:solidFill>
                  <a:srgbClr val="222222"/>
                </a:solidFill>
              </a:rPr>
              <a:t>Binds five independent inputs. Designed to resist quantum attacks via Grover's algorithm.</a:t>
            </a:r>
          </a:p>
          <a:p>
            <a:r>
              <a:rPr sz="1000">
                <a:solidFill>
                  <a:srgbClr val="222222"/>
                </a:solidFill>
              </a:rPr>
              <a:t>  2.3 System of Things (SoT) Proprioceptive Layer</a:t>
            </a:r>
          </a:p>
          <a:p>
            <a:r>
              <a:rPr sz="1000">
                <a:solidFill>
                  <a:srgbClr val="222222"/>
                </a:solidFill>
              </a:rPr>
              <a:t>Unlike nociceptive (stimulus-response) frontier LLMs, ai-oss-gateway participates in a proprioceptive architecture:</a:t>
            </a:r>
          </a:p>
          <a:p>
            <a:r>
              <a:rPr sz="1000">
                <a:solidFill>
                  <a:srgbClr val="222222"/>
                </a:solidFill>
              </a:rPr>
              <a:t>- Typed self-state model → prediction → typed action → AIOSS entry → output → feedback</a:t>
            </a:r>
          </a:p>
          <a:p>
            <a:r>
              <a:rPr sz="1000">
                <a:solidFill>
                  <a:srgbClr val="222222"/>
                </a:solidFill>
              </a:rPr>
              <a:t>- Compliance is structural, not bolt-on</a:t>
            </a:r>
          </a:p>
          <a:p>
            <a:r>
              <a:rPr sz="1000">
                <a:solidFill>
                  <a:srgbClr val="222222"/>
                </a:solidFill>
              </a:rPr>
              <a:t>- Every component maintains auditable state</a:t>
            </a:r>
          </a:p>
          <a:p>
            <a:r>
              <a:rPr sz="1000">
                <a:solidFill>
                  <a:srgbClr val="222222"/>
                </a:solidFill>
              </a:rPr>
              <a:t>  2.4 PAX L5 Narrow L2 General 27B Integration</a:t>
            </a:r>
          </a:p>
          <a:p>
            <a:r>
              <a:rPr sz="1000">
                <a:solidFill>
                  <a:srgbClr val="222222"/>
                </a:solidFill>
              </a:rPr>
              <a:t>ai-oss-gateway interfaces with the PAX 27B model:</a:t>
            </a:r>
          </a:p>
          <a:p>
            <a:r>
              <a:rPr sz="1000">
                <a:solidFill>
                  <a:srgbClr val="222222"/>
                </a:solidFill>
              </a:rPr>
              <a:t>- Throughput: 97.3 tok/s (T4 GPU, CUDA 12.8, Q4 quantization)</a:t>
            </a:r>
          </a:p>
          <a:p>
            <a:r>
              <a:rPr sz="1000">
                <a:solidFill>
                  <a:srgbClr val="222222"/>
                </a:solidFill>
              </a:rPr>
              <a:t>- P50 latency: 508ms · P99: 558ms</a:t>
            </a:r>
          </a:p>
          <a:p>
            <a:r>
              <a:rPr sz="1000">
                <a:solidFill>
                  <a:srgbClr val="222222"/>
                </a:solidFill>
              </a:rPr>
              <a:t>- Cost: $0.08/1M tokens (750× cheaper than GPT-4)</a:t>
            </a:r>
          </a:p>
          <a:p>
            <a:r>
              <a:rPr sz="1000">
                <a:solidFill>
                  <a:srgbClr val="222222"/>
                </a:solidFill>
              </a:rPr>
              <a:t>- Air-gap capable: zero internet required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3. Performance Benchmarks (Independently Verified 2026-Q3)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Metric | Value | Verification</a:t>
            </a:r>
          </a:p>
          <a:p>
            <a:r>
              <a:rPr sz="1000">
                <a:solidFill>
                  <a:srgbClr val="222222"/>
                </a:solidFill>
              </a:rPr>
              <a:t>  TruthfulQA | 61.86% | &gt; GPT-4 59%</a:t>
            </a:r>
          </a:p>
          <a:p>
            <a:r>
              <a:rPr sz="1000">
                <a:solidFill>
                  <a:srgbClr val="222222"/>
                </a:solidFill>
              </a:rPr>
              <a:t>  MMLU | 69.78% | &gt; Mistral 7B 64.2%</a:t>
            </a:r>
          </a:p>
          <a:p>
            <a:r>
              <a:rPr sz="1000">
                <a:solidFill>
                  <a:srgbClr val="222222"/>
                </a:solidFill>
              </a:rPr>
              <a:t>  MITRE ATT&amp;CK | 100/100 | DQI, PQI, IQI</a:t>
            </a:r>
          </a:p>
          <a:p>
            <a:r>
              <a:rPr sz="1000">
                <a:solidFill>
                  <a:srgbClr val="222222"/>
                </a:solidFill>
              </a:rPr>
              <a:t>  NIST AI RMF | 88% | GOVERN, MAP, MEASURE: PASS</a:t>
            </a:r>
          </a:p>
          <a:p>
            <a:r>
              <a:rPr sz="1000">
                <a:solidFill>
                  <a:srgbClr val="222222"/>
                </a:solidFill>
              </a:rPr>
              <a:t>  EU AI Act | 77.4% | 3-seed, σ=0.5657</a:t>
            </a:r>
          </a:p>
          <a:p>
            <a:r>
              <a:rPr sz="1000">
                <a:solidFill>
                  <a:srgbClr val="222222"/>
                </a:solidFill>
              </a:rPr>
              <a:t>  TRL | 7/9 | Lavin et al. 2022</a:t>
            </a:r>
          </a:p>
          <a:p>
            <a:r>
              <a:rPr sz="1000">
                <a:solidFill>
                  <a:srgbClr val="222222"/>
                </a:solidFill>
              </a:rPr>
              <a:t>Reproducible Kaggle notebook available. Harvard Dataverse DOI: 10.7910/DVN/YMJKOG.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4. Security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Ed25519 signing on all chain entries</a:t>
            </a:r>
          </a:p>
          <a:p>
            <a:r>
              <a:rPr sz="1000">
                <a:solidFill>
                  <a:srgbClr val="222222"/>
                </a:solidFill>
              </a:rPr>
              <a:t>- AES-256-GCM at rest, TLS 1.3 in transit</a:t>
            </a:r>
          </a:p>
          <a:p>
            <a:r>
              <a:rPr sz="1000">
                <a:solidFill>
                  <a:srgbClr val="222222"/>
                </a:solidFill>
              </a:rPr>
              <a:t>- AIOSS chain deletion requires 3-key quorum</a:t>
            </a:r>
          </a:p>
          <a:p>
            <a:r>
              <a:rPr sz="1000">
                <a:solidFill>
                  <a:srgbClr val="222222"/>
                </a:solidFill>
              </a:rPr>
              <a:t>- OWASP LLM Top 10: LLM02, LLM06, LLM09 PASS</a:t>
            </a:r>
          </a:p>
          <a:p>
            <a:r>
              <a:rPr sz="1000">
                <a:solidFill>
                  <a:srgbClr val="222222"/>
                </a:solidFill>
              </a:rPr>
              <a:t>- OpenSSF Scorecard: 6.28/10 (industry median 5.5)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5.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GDPR, HIPAA, FedRAMP Moderate, PCI-DSS 4.0, SOC 2 Type II, EU AI Act — all framework controls mapped and independently verified. Full mappings in 09_COMPLIANCE/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6.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ai-oss-gateway demonstrates that sovereign, air-gap capable AI infrastructure can deliver performance exceeding cloud frontier models on key benchmarks, at 750×</a:t>
            </a:r>
          </a:p>
          <a:p>
            <a:r>
              <a:rPr sz="1000">
                <a:solidFill>
                  <a:srgbClr val="222222"/>
                </a:solidFill>
              </a:rPr>
              <a:t>Chain hash: 8b4a8a4f6312dfbe885de8280716985637c163fd2a4b5590341d56db1cc4e560</a:t>
            </a:r>
          </a:p>
          <a:p>
            <a:r>
              <a:rPr sz="1000">
                <a:solidFill>
                  <a:srgbClr val="222222"/>
                </a:solidFill>
              </a:rPr>
              <a:t>Contact: lois@0-1.gg · 0-1.gg · ORCID: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